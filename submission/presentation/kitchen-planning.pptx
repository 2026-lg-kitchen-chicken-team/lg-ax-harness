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823fc807444df" /><Relationship Type="http://schemas.openxmlformats.org/officeDocument/2006/relationships/extended-properties" Target="/docProps/app.xml" Id="Re51e56dabc724fb5" /><Relationship Type="http://schemas.openxmlformats.org/officeDocument/2006/relationships/officeDocument" Target="/ppt/presentation.xml" Id="R7b38b4d55e2d4a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f3294c06ef4e49"/>
  </p:sldMasterIdLst>
  <p:notesMasterIdLst>
    <p:notesMasterId xmlns:r="http://schemas.openxmlformats.org/officeDocument/2006/relationships" r:id="R536c9e02384a401b"/>
  </p:notesMasterIdLst>
  <p:sldIdLst>
    <p:sldId xmlns:r="http://schemas.openxmlformats.org/officeDocument/2006/relationships" id="256" r:id="Rb69fcc0eb31245c7"/>
    <p:sldId xmlns:r="http://schemas.openxmlformats.org/officeDocument/2006/relationships" id="257" r:id="Rf296925b250c46a0"/>
    <p:sldId xmlns:r="http://schemas.openxmlformats.org/officeDocument/2006/relationships" id="258" r:id="R219447c5035f4a1e"/>
    <p:sldId xmlns:r="http://schemas.openxmlformats.org/officeDocument/2006/relationships" id="259" r:id="R5902d51a44e34ec4"/>
    <p:sldId xmlns:r="http://schemas.openxmlformats.org/officeDocument/2006/relationships" id="260" r:id="Rdbea4fe9f63a4902"/>
    <p:sldId xmlns:r="http://schemas.openxmlformats.org/officeDocument/2006/relationships" id="261" r:id="R9730ba68efd84f32"/>
    <p:sldId xmlns:r="http://schemas.openxmlformats.org/officeDocument/2006/relationships" id="262" r:id="Rdd33f25e437e4f19"/>
    <p:sldId xmlns:r="http://schemas.openxmlformats.org/officeDocument/2006/relationships" id="263" r:id="R9bf43ea8ae81484a"/>
    <p:sldId xmlns:r="http://schemas.openxmlformats.org/officeDocument/2006/relationships" id="264" r:id="R12cbb00b68df4f9c"/>
    <p:sldId xmlns:r="http://schemas.openxmlformats.org/officeDocument/2006/relationships" id="265" r:id="Rf249cae9e04d45ce"/>
    <p:sldId xmlns:r="http://schemas.openxmlformats.org/officeDocument/2006/relationships" id="266" r:id="Rb9abc0d3700c4ac7"/>
    <p:sldId xmlns:r="http://schemas.openxmlformats.org/officeDocument/2006/relationships" id="267" r:id="R18d2ee5baa5449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187f6de2834e7c" /><Relationship Type="http://schemas.openxmlformats.org/officeDocument/2006/relationships/slideMaster" Target="/ppt/slideMasters/slideMaster1.xml" Id="R21f3294c06ef4e49" /><Relationship Type="http://schemas.openxmlformats.org/officeDocument/2006/relationships/notesMaster" Target="/ppt/notesMasters/notesMaster1.xml" Id="R536c9e02384a401b" /><Relationship Type="http://schemas.openxmlformats.org/officeDocument/2006/relationships/presProps" Target="/ppt/presProps.xml" Id="R56bac06bef7c4ef3" /><Relationship Type="http://schemas.openxmlformats.org/officeDocument/2006/relationships/tableStyles" Target="/ppt/tableStyles.xml" Id="R6ed42dfbc9f44f3e" /><Relationship Type="http://schemas.openxmlformats.org/officeDocument/2006/relationships/slide" Target="/ppt/slides/slide1.xml" Id="Rb69fcc0eb31245c7" /><Relationship Type="http://schemas.openxmlformats.org/officeDocument/2006/relationships/slide" Target="/ppt/slides/slide2.xml" Id="Rf296925b250c46a0" /><Relationship Type="http://schemas.openxmlformats.org/officeDocument/2006/relationships/slide" Target="/ppt/slides/slide3.xml" Id="R219447c5035f4a1e" /><Relationship Type="http://schemas.openxmlformats.org/officeDocument/2006/relationships/slide" Target="/ppt/slides/slide4.xml" Id="R5902d51a44e34ec4" /><Relationship Type="http://schemas.openxmlformats.org/officeDocument/2006/relationships/slide" Target="/ppt/slides/slide5.xml" Id="Rdbea4fe9f63a4902" /><Relationship Type="http://schemas.openxmlformats.org/officeDocument/2006/relationships/slide" Target="/ppt/slides/slide6.xml" Id="R9730ba68efd84f32" /><Relationship Type="http://schemas.openxmlformats.org/officeDocument/2006/relationships/slide" Target="/ppt/slides/slide7.xml" Id="Rdd33f25e437e4f19" /><Relationship Type="http://schemas.openxmlformats.org/officeDocument/2006/relationships/slide" Target="/ppt/slides/slide8.xml" Id="R9bf43ea8ae81484a" /><Relationship Type="http://schemas.openxmlformats.org/officeDocument/2006/relationships/slide" Target="/ppt/slides/slide9.xml" Id="R12cbb00b68df4f9c" /><Relationship Type="http://schemas.openxmlformats.org/officeDocument/2006/relationships/slide" Target="/ppt/slides/slide10.xml" Id="Rf249cae9e04d45ce" /><Relationship Type="http://schemas.openxmlformats.org/officeDocument/2006/relationships/slide" Target="/ppt/slides/slide11.xml" Id="Rb9abc0d3700c4ac7" /><Relationship Type="http://schemas.openxmlformats.org/officeDocument/2006/relationships/slide" Target="/ppt/slides/slide12.xml" Id="R18d2ee5baa54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46b8b6020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1baed003d4788" /><Relationship Type="http://schemas.openxmlformats.org/officeDocument/2006/relationships/notesMaster" Target="/ppt/notesMasters/notesMaster1.xml" Id="R933c4b683832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f216b04a0d4158" /><Relationship Type="http://schemas.openxmlformats.org/officeDocument/2006/relationships/notesMaster" Target="/ppt/notesMasters/notesMaster1.xml" Id="R0560bf4112c04e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5ff96a25154d86" /><Relationship Type="http://schemas.openxmlformats.org/officeDocument/2006/relationships/notesMaster" Target="/ppt/notesMasters/notesMaster1.xml" Id="Rd627098f2f4549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5b8a722de9472f" /><Relationship Type="http://schemas.openxmlformats.org/officeDocument/2006/relationships/notesMaster" Target="/ppt/notesMasters/notesMaster1.xml" Id="R5ccaa13213a1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6143105f4544ec" /><Relationship Type="http://schemas.openxmlformats.org/officeDocument/2006/relationships/notesMaster" Target="/ppt/notesMasters/notesMaster1.xml" Id="Rb5a62e7c9c26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cf8731aaa541da" /><Relationship Type="http://schemas.openxmlformats.org/officeDocument/2006/relationships/notesMaster" Target="/ppt/notesMasters/notesMaster1.xml" Id="Rda771aa9e6b84a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fe1e2f3e94a08" /><Relationship Type="http://schemas.openxmlformats.org/officeDocument/2006/relationships/notesMaster" Target="/ppt/notesMasters/notesMaster1.xml" Id="R2ff7b1877b7b48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442e2e93242b8" /><Relationship Type="http://schemas.openxmlformats.org/officeDocument/2006/relationships/notesMaster" Target="/ppt/notesMasters/notesMaster1.xml" Id="R4ab821f478844f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e56cda6e34e31" /><Relationship Type="http://schemas.openxmlformats.org/officeDocument/2006/relationships/notesMaster" Target="/ppt/notesMasters/notesMaster1.xml" Id="R0b2d91d5d4e646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8cf4dcfd44f08" /><Relationship Type="http://schemas.openxmlformats.org/officeDocument/2006/relationships/notesMaster" Target="/ppt/notesMasters/notesMaster1.xml" Id="Rad5f1688988c48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657e8a6da44b3d" /><Relationship Type="http://schemas.openxmlformats.org/officeDocument/2006/relationships/notesMaster" Target="/ppt/notesMasters/notesMaster1.xml" Id="Rc6d695c5643a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c05837fb36489a" /><Relationship Type="http://schemas.openxmlformats.org/officeDocument/2006/relationships/notesMaster" Target="/ppt/notesMasters/notesMaster1.xml" Id="Raa6b994fa39c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20초. 평가 C01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docs/competition-requirements.md</a:t>
            </a:r>
          </a:p>
          <a:p xmlns:a="http://schemas.openxmlformats.org/drawingml/2006/main">
            <a:r>
              <a:t>docs/decisions/kitchen-scope-20261011.md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35초. 평가 C01, C05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agents/product-planning.md</a:t>
            </a:r>
          </a:p>
          <a:p xmlns:a="http://schemas.openxmlformats.org/drawingml/2006/main">
            <a:r>
              <a:t>docs/evaluation/human-effect-protocol.md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40초. 평가 C01, C05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docs/data/kitchen-v4.md</a:t>
            </a:r>
          </a:p>
          <a:p xmlns:a="http://schemas.openxmlformats.org/drawingml/2006/main">
            <a:r>
              <a:t>data/business/lg-kitchen-v4/manifest.json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40초. 평가 C02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docs/plans/product-harness.md</a:t>
            </a:r>
          </a:p>
          <a:p xmlns:a="http://schemas.openxmlformats.org/drawingml/2006/main">
            <a:r>
              <a:t>product-tools/product_tools/conversation.py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45초. 평가 C02, C04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skills/manifest.json</a:t>
            </a:r>
          </a:p>
          <a:p xmlns:a="http://schemas.openxmlformats.org/drawingml/2006/main">
            <a:r>
              <a:t>docs/contracts/common-tools.md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50초. 평가 C01, C03, C04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docs/data/kitchen-v4.md</a:t>
            </a:r>
          </a:p>
          <a:p xmlns:a="http://schemas.openxmlformats.org/drawingml/2006/main">
            <a:r>
              <a:t>https://i-blubird.tistory.com/908</a:t>
            </a:r>
          </a:p>
          <a:p xmlns:a="http://schemas.openxmlformats.org/drawingml/2006/main">
            <a:r>
              <a:t>https://www.lge.co.kr/product/microwaves-and-ovens/mwj25e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50초. 평가 C01, C03, C05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docs/data/kitchen-v4.md</a:t>
            </a:r>
          </a:p>
          <a:p xmlns:a="http://schemas.openxmlformats.org/drawingml/2006/main">
            <a:r>
              <a:t>https://i-blubird.tistory.com/518</a:t>
            </a:r>
          </a:p>
          <a:p xmlns:a="http://schemas.openxmlformats.org/drawingml/2006/main">
            <a:r>
              <a:t>https://www.lge.co.kr/product/dishwashers/dubj2ea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65초. 평가 C03, C04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docs/evaluation/kitchen-protocol-20261011.md</a:t>
            </a:r>
          </a:p>
          <a:p xmlns:a="http://schemas.openxmlformats.org/drawingml/2006/main">
            <a:r>
              <a:t>docs/validation/submission-status-20261011.md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45초. 평가 C01, C05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docs/evaluation/human-effect-protocol.md</a:t>
            </a:r>
          </a:p>
          <a:p xmlns:a="http://schemas.openxmlformats.org/drawingml/2006/main">
            <a:r>
              <a:t>skills/concept-writing/SKILL.md</a:t>
            </a:r>
          </a:p>
          <a:p xmlns:a="http://schemas.openxmlformats.org/drawingml/2006/main">
            <a:r>
              <a:t>product-tools/product_tools/contracts.py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55초. 평가 C06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docs/evaluation/token-measurement.md</a:t>
            </a:r>
          </a:p>
          <a:p xmlns:a="http://schemas.openxmlformats.org/drawingml/2006/main">
            <a:r>
              <a:t>docs/validation/focused-progress-20261011.md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40초. 평가 C04, C07, C08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docs/decisions/product-runtime.md</a:t>
            </a:r>
          </a:p>
          <a:p xmlns:a="http://schemas.openxmlformats.org/drawingml/2006/main">
            <a:r>
              <a:t>docs/contracts/portable-product.md</a:t>
            </a:r>
          </a:p>
          <a:p xmlns:a="http://schemas.openxmlformats.org/drawingml/2006/main">
            <a:r>
              <a:t>docs/contracts/team-web-kitchen.md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예정 40초. 평가 C05, C07, C09</a:t>
            </a:r>
          </a:p>
          <a:p xmlns:a="http://schemas.openxmlformats.org/drawingml/2006/main">
            <a:r>
              <a:t>근거:</a:t>
            </a:r>
          </a:p>
          <a:p xmlns:a="http://schemas.openxmlformats.org/drawingml/2006/main">
            <a:r>
              <a:t>docs/competition-requirements.md</a:t>
            </a:r>
          </a:p>
          <a:p xmlns:a="http://schemas.openxmlformats.org/drawingml/2006/main">
            <a:r>
              <a:t>docs/validation/submission-status-20261011.md</a:t>
            </a:r>
          </a:p>
          <a:p xmlns:a="http://schemas.openxmlformats.org/drawingml/2006/main">
            <a:r>
              <a:t>관측·계획·미확인을 구분. 이 발표파일은 실제 영상/리허설/접수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814d3ad0940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79c1b85e34b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1140b275946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b6b2def674a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6e099821946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b79f231c4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C0F55-00D2-4EF1-B543-45BB4D94F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83BA56-3131-4979-81FA-0953858F8B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372486-23F6-4397-AC88-BBD2A8A85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8C2B60-AA67-4CE5-8EB0-9F75B3C71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C189D3-71ED-4F63-B793-843EAE10C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A0B1A0-E0EF-4B3D-9858-F9F6FC401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550EF6-9B89-4E6C-9BA8-14CFC3B76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E0E0DF-5081-41B8-A047-2F09F5F0EC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8E5502-A7FA-4CCF-8A14-212AB31EC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4B5B15-E732-44F8-ACFB-1E9BBA3E9E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fac35adb44ce8" /><Relationship Type="http://schemas.openxmlformats.org/officeDocument/2006/relationships/slideLayout" Target="/ppt/slideLayouts/slideLayout1.xml" Id="Red199a89d36e4462" /><Relationship Type="http://schemas.openxmlformats.org/officeDocument/2006/relationships/slideLayout" Target="/ppt/slideLayouts/slideLayout2.xml" Id="Ra6203b891fe548fe" /><Relationship Type="http://schemas.openxmlformats.org/officeDocument/2006/relationships/slideLayout" Target="/ppt/slideLayouts/slideLayout3.xml" Id="Rb9081cc30d424ba4" /><Relationship Type="http://schemas.openxmlformats.org/officeDocument/2006/relationships/slideLayout" Target="/ppt/slideLayouts/slideLayout4.xml" Id="Reb785f4aa5e14ceb" /><Relationship Type="http://schemas.openxmlformats.org/officeDocument/2006/relationships/slideLayout" Target="/ppt/slideLayouts/slideLayout5.xml" Id="R39f149f0705b46b1" /><Relationship Type="http://schemas.openxmlformats.org/officeDocument/2006/relationships/slideLayout" Target="/ppt/slideLayouts/slideLayout6.xml" Id="Ra6339e2ba938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99a89d36e4462"/>
    <p:sldLayoutId xmlns:r="http://schemas.openxmlformats.org/officeDocument/2006/relationships" id="2147483650" r:id="Ra6203b891fe548fe"/>
    <p:sldLayoutId xmlns:r="http://schemas.openxmlformats.org/officeDocument/2006/relationships" id="2147483651" r:id="Rb9081cc30d424ba4"/>
    <p:sldLayoutId xmlns:r="http://schemas.openxmlformats.org/officeDocument/2006/relationships" id="2147483652" r:id="Reb785f4aa5e14ceb"/>
    <p:sldLayoutId xmlns:r="http://schemas.openxmlformats.org/officeDocument/2006/relationships" id="2147483653" r:id="R39f149f0705b46b1"/>
    <p:sldLayoutId xmlns:r="http://schemas.openxmlformats.org/officeDocument/2006/relationships" id="2147483654" r:id="Ra6339e2ba938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5bb0424ab48a5" /><Relationship Type="http://schemas.openxmlformats.org/officeDocument/2006/relationships/notesSlide" Target="/ppt/notesSlides/notesSlide1.xml" Id="Rfc5e42466ccf48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989259d754b10" /><Relationship Type="http://schemas.openxmlformats.org/officeDocument/2006/relationships/notesSlide" Target="/ppt/notesSlides/notesSlide2.xml" Id="Rbf7afd4eb536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f8c79e71f403d" /><Relationship Type="http://schemas.openxmlformats.org/officeDocument/2006/relationships/notesSlide" Target="/ppt/notesSlides/notesSlide3.xml" Id="R9af64bb06517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840958ead424e" /><Relationship Type="http://schemas.openxmlformats.org/officeDocument/2006/relationships/notesSlide" Target="/ppt/notesSlides/notesSlide4.xml" Id="R5ee3b2d54993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0298f013046f9" /><Relationship Type="http://schemas.openxmlformats.org/officeDocument/2006/relationships/notesSlide" Target="/ppt/notesSlides/notesSlide5.xml" Id="R9265c79ece37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c6731c8b94c80" /><Relationship Type="http://schemas.openxmlformats.org/officeDocument/2006/relationships/notesSlide" Target="/ppt/notesSlides/notesSlide6.xml" Id="R942611c2d0bd4b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4a6ad3fb345cf" /><Relationship Type="http://schemas.openxmlformats.org/officeDocument/2006/relationships/notesSlide" Target="/ppt/notesSlides/notesSlide7.xml" Id="Ref8b25e1153a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71b2d21db40c2" /><Relationship Type="http://schemas.openxmlformats.org/officeDocument/2006/relationships/notesSlide" Target="/ppt/notesSlides/notesSlide8.xml" Id="R97ccf8cb306f4b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0ef8ad3c44678" /><Relationship Type="http://schemas.openxmlformats.org/officeDocument/2006/relationships/notesSlide" Target="/ppt/notesSlides/notesSlide9.xml" Id="R9242aaadcbad4b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9b138ce1d4bd8" /><Relationship Type="http://schemas.openxmlformats.org/officeDocument/2006/relationships/chart" Target="/ppt/slides/charts/chart1.xml" Id="Rf459a2a45aa04d5d" /><Relationship Type="http://schemas.openxmlformats.org/officeDocument/2006/relationships/notesSlide" Target="/ppt/notesSlides/notesSlide10.xml" Id="R6b791b951da943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d3cdc028643d7" /><Relationship Type="http://schemas.openxmlformats.org/officeDocument/2006/relationships/notesSlide" Target="/ppt/notesSlides/notesSlide11.xml" Id="Re7bb92e5636143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e497e1d564955" /><Relationship Type="http://schemas.openxmlformats.org/officeDocument/2006/relationships/notesSlide" Target="/ppt/notesSlides/notesSlide12.xml" Id="R1a9e46b856874c6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일반 AI 대비 비율</c:v>
          </c:tx>
          <c:spPr>
            <a:solidFill xmlns:a="http://schemas.openxmlformats.org/drawingml/2006/main">
              <a:srgbClr val="176F53"/>
            </a:solidFill>
          </c:spPr>
          <c:cat>
            <c:strRef>
              <c:f>'Chart Data'!$A$2:$A$5</c:f>
              <c:strCache>
                <c:ptCount val="4"/>
                <c:pt idx="0">
                  <c:v>입력 전체</c:v>
                </c:pt>
                <c:pt idx="1">
                  <c:v>비캐시 입력</c:v>
                </c:pt>
                <c:pt idx="2">
                  <c:v>출력 전체</c:v>
                </c:pt>
                <c:pt idx="3">
                  <c:v>AI 경과시간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3.01</c:v>
                </c:pt>
                <c:pt idx="1">
                  <c:v>1.1122</c:v>
                </c:pt>
                <c:pt idx="2">
                  <c:v>0.7241</c:v>
                </c:pt>
                <c:pt idx="3">
                  <c:v>0.746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BD2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C112-5057-473C-B52C-99B4255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13AC3-0F17-4B11-8AA9-F9EB16CA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실제 리뷰에서 키친 상품기획으로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C4970-B1C8-4959-A0CA-57CC6DD0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냉장고 · 전자레인지 · 식기세척기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6632-4806-4E12-AD10-F6DEA07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모델을 선택하면 AI가 불편을 발견하고 기존 기능과 대조합니다.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A5735-082F-41EE-A2D9-11DC8305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결과는 출처·구현 단계·검증 계획을 포함한 기획 초안입니다.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EB2FF-9C82-48E1-BC2F-C35A764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Theme A | 키친에서치킨먹기 | 검토용 발표자료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95A2C-16F8-477D-A419-0F41ED38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1 / 12</a:t>
            </a:r>
          </a:p>
        </p:txBody>
      </p:sp>
    </p:spTree>
    <p:extLst>
      <p:ext uri="{BB962C8B-B14F-4D97-AF65-F5344CB8AC3E}">
        <p14:creationId xmlns:p14="http://schemas.microsoft.com/office/powerpoint/2010/main" val="439998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A7960-A678-4AA5-8B7B-430B394F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1CCA9-4454-4D34-A53F-3EB96B4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기획자의 원문 대조와 조건 재검토를 지원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39A7C-3DC8-40FC-AFB7-E069383C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입력: 정확 모델과 기획 조건. 상세 불편 입력은 강제하지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380F-BCA5-4F61-BEC3-DB3D407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처리: 실제 불편 → 기존 기능 → 남은 문제 → 적용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00DD8-1E10-46D3-BDD9-36996458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적용: 기획 회의의 근거 대조표와 검증할 요구사항으로 활용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66F9C-BE70-4943-AC7C-4722A607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기대 가치: 누락·재확인 부담 감소. 실제 사람 공수와 사업 효과는 미측정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427B6-445C-4D64-9E93-7FE6A59E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2 / 12</a:t>
            </a:r>
          </a:p>
        </p:txBody>
      </p:sp>
    </p:spTree>
    <p:extLst>
      <p:ext uri="{BB962C8B-B14F-4D97-AF65-F5344CB8AC3E}">
        <p14:creationId xmlns:p14="http://schemas.microsoft.com/office/powerpoint/2010/main" val="55974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AC381-777D-47EF-A9DE-D9A8EE2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6A1B3-26F7-4496-98A1-20CAB0B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세 제품군, 다섯 실제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C3FB2-D55A-4478-ADB8-239315DF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실제 후기 발췌8건 · 공식 사실26건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793B4-675D-483C-85E0-16C5394EF061}"/>
              </a:ext>
            </a:extLst>
          </p:cNvPr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143375"/>
                <a:gridCol w="482917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B502S33 / T876MQQ012 등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수납 아쉬움 · 적재 그림자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전자레인지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MWJ25E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수령품 다이얼 링 흔들림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식기세척기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DUBJ2EA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계란 잔여물 · 사전 작업 부담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561D9-7BEC-4E5F-9CD0-DBFE70D7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신규 두 가전은 같은 개인 작성자의 사례입니다. 고객2명·대표 표본으로 세지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545E7-CCC2-4E0C-999C-8A2A4BD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1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DUBJ2EA는 단종 모델. 구매·협찬·현재 생산품 적용성은 미확인입니다.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D2912-A14A-4CB0-A63B-BA794D8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3 / 12</a:t>
            </a:r>
          </a:p>
        </p:txBody>
      </p:sp>
    </p:spTree>
    <p:extLst>
      <p:ext uri="{BB962C8B-B14F-4D97-AF65-F5344CB8AC3E}">
        <p14:creationId xmlns:p14="http://schemas.microsoft.com/office/powerpoint/2010/main" val="1559209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FA9C6-68E9-457B-8F11-5848090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B655C-59FF-41B5-BE06-BB13A24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사용자는 조건을 정하고, Agent는 근거를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EFBEF-0626-4CDF-97E5-AC596413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05EA7-60DC-4318-8E1C-5212010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8326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사용자 모델·조건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F0C8-9005-4FD3-935D-416EB97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8DC5B-D2BE-46CF-996D-8AF25F29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877C0-906F-40AB-9068-FC90D51D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60" y="2743200"/>
            <a:ext cx="18326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실제 원문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87647-CB1D-4589-8673-F1BE539F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27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0CE95-DBF5-48A8-AFCA-F795A4D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DFF9A-2748-438B-9B3C-849F291D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18326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불편·기능 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2690B-5C49-407C-AC90-C8FD421C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63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37938-5262-45CD-9CDC-97BB9EFE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6BDBA-66AF-4D0A-B9D2-5BC644CE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2743200"/>
            <a:ext cx="18326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기획·검토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ADE4D-6492-49EA-9B0F-1E0BD584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E6F91-75E9-48FA-BD26-414998E5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63CE2-635E-4AA9-9791-64B73BB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2743200"/>
            <a:ext cx="18326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저장·후속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898E0-749A-47E5-B59A-66B0B74B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출품은 메인 Agent1개입니다. 개발 역할6개와 구분합니다.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D2F0F-CF67-4AB5-B953-AC542A1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완료는 기획 초안 완료입니다. 실물·시장·효과 검증 완료를 뜻하지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C4CF5-C436-4C14-9A77-16B6D0A3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근거 부족은 held / 모델 모호는 needs_input / 복구 불가 오류는 failed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72C9F-BA1F-4198-B82A-D5398B69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4 / 12</a:t>
            </a:r>
          </a:p>
        </p:txBody>
      </p:sp>
    </p:spTree>
    <p:extLst>
      <p:ext uri="{BB962C8B-B14F-4D97-AF65-F5344CB8AC3E}">
        <p14:creationId xmlns:p14="http://schemas.microsoft.com/office/powerpoint/2010/main" val="678896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D0E27-8B03-4AF2-A789-17B5F17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2F7EE-763D-4EDB-87AB-3E8289AA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여섯 Skill과 일반 코드 Tool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5EDC7-AAD5-444F-B4E7-60B932B935B4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evidence-retrieval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모델·버전 원문 조회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needs-structuring / feature-comparison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불편 해석 · 기존 기능 대조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concept-writing / review-and-revise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· 제약 검토 · 최대2수정 · 저장</a:t>
                      </a:r>
                    </a:p>
                  </a:txBody>
                  <a:tcPr marL="91440" marR="91440" marT="45720" marB="45720">
                    <a:solidFill>
                      <a:srgbClr val="E5EC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web-evidence-collection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30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부족/최신 자료에만 조건부 조사</a:t>
                      </a:r>
                    </a:p>
                  </a:txBody>
                  <a:tcPr marL="91440" marR="91440" marT="45720" marB="45720">
                    <a:solidFill>
                      <a:srgbClr val="F5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B79EB-5F50-4310-9B1E-EF3E53F4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0915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Python: family/scope·인용·SHA·제약·DB·export·재사용 무효화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CA7F9-9751-4144-A678-C60BA9C2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915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기존 Codex 실행기가 모델 연결을 담당합니다. 자체 모델 API 서버는 없습니다.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21B4C-89C3-4141-9D39-1D05DCA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15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공개 조회·로컬 저장 범위. 외부 쓰기·구매·인증 우회는 업무에 포함하지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2C5FD-E6C1-4F6C-A6BC-87F2C037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5 / 12</a:t>
            </a:r>
          </a:p>
        </p:txBody>
      </p:sp>
    </p:spTree>
    <p:extLst>
      <p:ext uri="{BB962C8B-B14F-4D97-AF65-F5344CB8AC3E}">
        <p14:creationId xmlns:p14="http://schemas.microsoft.com/office/powerpoint/2010/main" val="184638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F1BE2-48FA-47F3-991B-6FEC4B4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858E7-DCB3-449A-B713-FCB9079D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전자레인지: 조작부 사례를 공정 기획으로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76CC1-2032-43B7-959B-A9F597C7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관측: 자기 수령품의 링 흔들림·소리. 모델 전체 결함으로 일반화하지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1B0B0-A874-45E0-88C8-22038546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기존 기능: 글라스 터치·팝업 다이얼. 조작 기능 자체는 이미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90F61-A6E2-442F-8BD8-D8E761B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조건부 초안: 기존 승인 조립방법 안에서 점검·판정·기록을 표준화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3C4A0-05C3-4CA8-820C-401FDE3E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검증: 현행 점검과 중복, 검출 누락·재발·정상 조작·공수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5AC5F-5305-4DA2-AC00-E1887711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내부 치수는 확인했지만 용기 회전·가열 안전성은 확정하지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2179-6418-42D2-B6CA-DB683085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6 / 12</a:t>
            </a:r>
          </a:p>
        </p:txBody>
      </p:sp>
    </p:spTree>
    <p:extLst>
      <p:ext uri="{BB962C8B-B14F-4D97-AF65-F5344CB8AC3E}">
        <p14:creationId xmlns:p14="http://schemas.microsoft.com/office/powerpoint/2010/main" val="1623351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9452C-2282-463E-9A65-A33675E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D3C04-E6AD-48C3-B1C9-A693CB6C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식기세척기: 사전 작업과 잔여물 판단을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D5D4E-04B0-4A9F-B305-63B87EC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관측: LG 사용 뒤 계란 눌어붙음 잔여물과 사전 긁기 부담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04E3D-490F-40F7-AEC3-0B9B0713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기존 기능: 트루스팀·자동 문열림 건조. 잔여물 완전 제거의 보증이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D434E-2AF3-4EDA-ACF9-961FFEB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조건부 초안: 기존 사용자 안내·확인 기록을 연결하는 지원 기획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A6620-9A66-4845-9B41-7C5CDD1E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기존 설명서/안내와 중복·사용법 적합성을 확인한 뒤 시범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7EF28-A9AE-4B40-BFB6-A1369EC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단종 모델 기존 사용자 지원 가설. 새로운 세척 성능·매출 효과는 미측정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8E513-CD08-46FD-98FF-F51BA004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7 / 12</a:t>
            </a:r>
          </a:p>
        </p:txBody>
      </p:sp>
    </p:spTree>
    <p:extLst>
      <p:ext uri="{BB962C8B-B14F-4D97-AF65-F5344CB8AC3E}">
        <p14:creationId xmlns:p14="http://schemas.microsoft.com/office/powerpoint/2010/main" val="691543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E2D16-7A54-4E29-AD01-F36ACD1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0F54C-F251-4E0C-B26F-4219143B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실제 실행과 오류·후속의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EE004-DC25-4EE9-A55F-405CE08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신규 인수는 최대4입력·각420초·동시2·자동 재실행0으로 동결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2BD0A-748F-4781-8AF6-90B928B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입력 → Skill 지침 → Python Tool → 검토 → 최신 receipt/export를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D52EB-BBB5-4D2E-A39A-745D0A4D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저장 승인·최종 전달·원문 의미·효과 검증은 각각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5DCE6-6590-4133-97E3-05F3666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수정/거절·timeout·과거 후보는 보존. 실패로 새 요청을 만들지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C1FC4-7A41-4A48-A1FB-AB244D4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실제 화면 시연 영상과10분 리허설은 별도 완료가 필요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12613-8C65-4C72-8D41-047EB9D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8 / 12</a:t>
            </a:r>
          </a:p>
        </p:txBody>
      </p:sp>
    </p:spTree>
    <p:extLst>
      <p:ext uri="{BB962C8B-B14F-4D97-AF65-F5344CB8AC3E}">
        <p14:creationId xmlns:p14="http://schemas.microsoft.com/office/powerpoint/2010/main" val="3509198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FEA03-EA85-4802-8F88-104C85B7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AD41B-7AC1-43BA-9967-0BAFC130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효과는 동일 과업과 완료 품질로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358B-5555-4F2A-8CF6-AEBEAAB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3835-B0D7-404C-97C0-A96A056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현행 작업 측정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A1661-A247-46FD-BB98-9769808D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84B37-F1D7-4008-8965-A001986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733FB-C685-4A32-9A0C-7F1033D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같은 자료·조건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8EB89-1C0F-4C3A-A68C-D6BD9A86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72DE-8ADA-4270-B294-B302BD5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04254-8191-4B17-B5EA-F836928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기획안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877DF-99B4-45B3-9543-8973CD44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63632-1082-4B06-BEE3-2899F4B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76F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AB5D0-A935-43EE-BCF0-2147FEB6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품질·공수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3FE92-A11C-4D3B-88AA-6E9FE77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091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기획 업무: 사람 활동시간·근거 확인·수정 횟수·초안 완성도를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F2939-11DA-406D-912E-224BB0A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091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제품 가설: 관측 불편별 지표·기준선·방법·성공 조건을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DE2C1-819F-4F96-B959-C33FC47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1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사업 가치: 지원 응대 일관성·재확인 부담 감소 가설. 수치 실적은 미작성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9F7BA-1CC1-41F6-AF8E-FFEB0BF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1091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validation_plan.status = planned_not_measured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B3262-3AE7-4E82-81C8-4C88BE92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9 / 12</a:t>
            </a:r>
          </a:p>
        </p:txBody>
      </p:sp>
    </p:spTree>
    <p:extLst>
      <p:ext uri="{BB962C8B-B14F-4D97-AF65-F5344CB8AC3E}">
        <p14:creationId xmlns:p14="http://schemas.microsoft.com/office/powerpoint/2010/main" val="1310891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07E80-747F-4208-91F7-51CC0332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A3D05-470D-4A5E-BC3D-0EF26A30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토큰 절감 설계와 제한된 실측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F1CEC52-417B-4B0D-BD90-2B9F72EE3D94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2343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59a2a45aa04d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826AE-820A-4222-BFB1-220237C7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915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일반 AI 대비 비율, v5.4 R01 각2회. 지표마다 단위가 다르며 총 비용 비교가 아님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697D-B02D-4152-A87C-ACE6DEBF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915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필요 원문만 조회 · bundle 재사용 · compact 저장 반환 · 코드 검사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8770-B11E-4998-AACD-9B25704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915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관찰 화면은 추가 모델 호출/로그 문맥0. native 전체 호출 통제를 뜻하지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FCF8E-9154-47A7-9A43-EC93FDD6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915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해당 표본 입력은 증가했습니다. 총 토큰·비용·사람 공수 우위는 미입증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34742-044A-4307-B3FE-24D5A5CC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10 / 12</a:t>
            </a:r>
          </a:p>
        </p:txBody>
      </p:sp>
    </p:spTree>
    <p:extLst>
      <p:ext uri="{BB962C8B-B14F-4D97-AF65-F5344CB8AC3E}">
        <p14:creationId xmlns:p14="http://schemas.microsoft.com/office/powerpoint/2010/main" val="8481061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9C01D-6804-4C19-9093-1D32D60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F9D75-344A-4168-BFFD-7BAF4894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Codex 기준으로 재실행, 웹과 Claude는 별도 인수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30C0-14BE-457D-8D7D-474FC1A5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제품ZIP → 새 폴더 → uv sync --locked → product-doctor.py → Codex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FDDC8-F909-48B2-9047-C24E67FE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예: MWJ25E의 실제 불편을 찾아 기존 기능과 비교한 개선안을 기획해줘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2EE91-C86E-46EB-9A65-B52CA30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업무6Skill 전체 폴더·공통 코드·잠금 파일·실제 자료·README를 배포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1DD11-2BC5-4EB8-9944-5B1EE62E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Claude는 최길웅에게 환경 검증 요청 후 인수. Gemini는 지원 철회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A0C1F-F439-4547-91AE-44BCC177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웹팀은 개발 중. 원본 수신/표시 계약 검증 전 구현 완료로 발표하지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F56C2-F4F6-4AF7-B9C6-E273CBD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11 / 12</a:t>
            </a:r>
          </a:p>
        </p:txBody>
      </p:sp>
    </p:spTree>
    <p:extLst>
      <p:ext uri="{BB962C8B-B14F-4D97-AF65-F5344CB8AC3E}">
        <p14:creationId xmlns:p14="http://schemas.microsoft.com/office/powerpoint/2010/main" val="1743361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3131C-E527-40FF-B2ED-A5A43AF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642FC-7585-4774-B87F-8EB3ADFD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구현 범위와 제출 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71331-1A95-491A-91E3-7D5BEFC4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실제 리뷰 기반 기획 초안과 재현 가능한 Skill/Tool을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F5CF5-7DAA-4AD5-8933-F572C18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한계: 소표본·귀속/협찬·제조/효과·심사 환경의 일반화 미검증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DF637-0703-4BFE-9B0E-50A6B0D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제품군 확장: family/scope 검사와 모델별 실제 자료·기능을 독립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033CA-4226-4292-A4CE-ABAA561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3029"/>
                </a:solidFill>
                <a:latin typeface="Malgun Gothic"/>
                <a:ea typeface="Malgun Gothic"/>
                <a:cs typeface="Malgun Gothic"/>
              </a:rPr>
              <a:t>남은 제출 근거: 실제 시연 영상·리허설·새 실행자·마감/경로·접수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C2C20-8927-42DD-A75B-F5279A96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공식 발표20쪽 이내/10분·질의응답5분. 가산점 세부 점수 미확정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E8C98-D4FE-47FC-9D26-13E1C56C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6655E"/>
                </a:solidFill>
                <a:latin typeface="Malgun Gothic"/>
                <a:ea typeface="Malgun Gothic"/>
                <a:cs typeface="Malgun Gothic"/>
              </a:rPr>
              <a:t>검토용 발표초안 · 실제 영상/리허설 별도  |  12 / 12</a:t>
            </a:r>
          </a:p>
        </p:txBody>
      </p:sp>
    </p:spTree>
    <p:extLst>
      <p:ext uri="{BB962C8B-B14F-4D97-AF65-F5344CB8AC3E}">
        <p14:creationId xmlns:p14="http://schemas.microsoft.com/office/powerpoint/2010/main" val="1437832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2026-10-11T09:04:09.8740000Z</dcterms:created>
  <dcterms:modified xsi:type="dcterms:W3CDTF">2026-10-11T09:04:09.8740000Z</dcterms:modified>
</coreProperties>
</file>